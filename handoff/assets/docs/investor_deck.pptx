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 Dandin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Textile Discovery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Consumers want authentic global goods but most marketplaces sell mass-produced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Travel-driven textile discovery with curated destination collections.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Luxury scarves, linens, throws, and artisan fabrics.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home textile market &gt; $500B.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Travel content → Discovery → Product collections → Commerce.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Year1 $1M | Year3 $10M | Long-term $100M lifestyle brand potential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the world's textile discovery authority.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